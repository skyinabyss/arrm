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679B-AE8C-02B9-4DE8-122FEAD1D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79214-CF17-F7FE-8E18-38A375B2A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81BD9-0BDD-8DB1-55E9-789A9DBE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451A3-7E9A-E837-92B5-6A783E91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3EE32-6548-8F25-660E-18B7D48D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5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BADD-003E-4231-0D72-3BA28540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D445-54CA-F20D-1C07-016699B9B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F6E4D-31E0-7259-BEF9-594B23DC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FE6BF-9D15-30B3-968B-CF3BDDC8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D47A-A23A-50F9-CA0A-BE2E60B38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1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8CA0-C6F8-8C71-B119-6CEE7449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1A71-D640-4B62-73D4-EF115E78E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A8F93-9A20-5F14-B8EC-1418545B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57AFC-94F3-6ABD-512C-D0319695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3979-EB61-77EC-2A6E-CC120E02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C958-5568-5780-119D-BD1ED7E9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C48D-6D0B-C9D0-FB3C-20DD03A92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79BCF-6DDB-E229-16EA-E6BFB658C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8B561-55DC-578F-0457-F6BE5BFF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D30DA-B9CE-B9EA-D6F6-EC2DCE4C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35290-6ABA-876F-96D4-4154753A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7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E5CB-D109-7BB7-8FCD-ACCF33B7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3099E-44C1-4630-C7F6-A63346F90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54506-D1F2-397B-CDE6-D92F2807B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2B358-65CE-0235-98CD-B25B5F420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100DC-98FC-8938-89CB-CD150C905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B2905-FEC3-5CE1-B67E-72D71FDE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06BA2-6D05-4E75-DB1B-61589D97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F7F16-F271-DE3B-D5D9-BD81B447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4631-2AB1-04E3-2315-20F7F087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D34CE-A0D1-D5EA-1040-AA4D494F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A711D-D157-6D65-62CB-A65D5F68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38156-9858-B0F9-0134-CE049203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4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3CCD7-544D-9346-73EA-0BC5CECC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7454E-41C6-BB3D-84DC-0591A09E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E0C66-111E-3AF3-9A11-342EDD33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1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B0EB-7A00-702F-7967-093C0FBA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D3B3-2CDA-F50E-BE8E-F484BA011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0DBD0-1089-11FD-5346-E5322BDD8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4012B-C8F0-6F83-951C-2D1B77CB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DB365-FAE3-544B-128D-A7AF6A30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50E16-1000-F675-5F01-6BEE4FE7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9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23B1-A236-5A75-B996-88A3207EA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115A9-D759-0D7F-DE74-B0CB6FDC5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A39AC-A891-F10F-03C7-CEE79241A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0BF72-10F8-66C8-A595-712711F5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D7802-F793-6D3A-502A-B4D7521F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D4F9B-C9B5-0E2E-A9F4-89FA507D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A5C60-F955-E9EB-7370-AC6C9BA8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ADBAD-0E1F-8E6E-EAEE-BC7D9C4C9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205E-483B-BEF0-071B-3C99572D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7DB37-32AC-9E6B-2781-CBDEA21C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31B45-D076-9467-E7BE-A17AC8B9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7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F9D8F-0C43-7484-0180-68E9131AD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99741-A839-72F8-3567-C45C8E798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AF0B1-913A-1025-4AC4-05975D78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790A-E789-A889-A3A7-D3FA3339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163D-0C98-8780-E056-FA8ED166D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6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CAA35-C100-C4D3-D06E-E19AE617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8A343-D3BD-D0DE-875C-B93997C70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222C-5D31-802B-3324-DA67E2CF0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F2BDB-26CD-4269-8281-FA7143BC3C0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B97C-AB79-FD3B-718D-D1D1C942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120A3-F570-58A8-619B-AC045E951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AC2A1-2774-4EE4-9816-66E283C95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93A2A2-92BD-7221-D173-86A1435FCA34}"/>
              </a:ext>
            </a:extLst>
          </p:cNvPr>
          <p:cNvSpPr txBox="1"/>
          <p:nvPr/>
        </p:nvSpPr>
        <p:spPr>
          <a:xfrm>
            <a:off x="1052052" y="452284"/>
            <a:ext cx="9960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err="1"/>
              <a:t>Đà</a:t>
            </a:r>
            <a:r>
              <a:rPr lang="en-US" sz="2800"/>
              <a:t> </a:t>
            </a:r>
            <a:r>
              <a:rPr lang="en-US" sz="2800" err="1"/>
              <a:t>Nẵng</a:t>
            </a:r>
            <a:r>
              <a:rPr lang="en-US" sz="2800"/>
              <a:t> </a:t>
            </a:r>
            <a:r>
              <a:rPr lang="en-US" sz="2800" err="1"/>
              <a:t>ngày</a:t>
            </a:r>
            <a:r>
              <a:rPr lang="en-US" sz="2800"/>
              <a:t> 15 </a:t>
            </a:r>
            <a:r>
              <a:rPr lang="en-US" sz="2800" err="1"/>
              <a:t>tháng</a:t>
            </a:r>
            <a:r>
              <a:rPr lang="en-US" sz="2800"/>
              <a:t> 01 </a:t>
            </a:r>
            <a:r>
              <a:rPr lang="en-US" sz="2800" err="1"/>
              <a:t>năm</a:t>
            </a:r>
            <a:r>
              <a:rPr lang="en-US" sz="2800"/>
              <a:t> 2016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CA050-D7BD-8012-21D1-6FD69FBF67D6}"/>
              </a:ext>
            </a:extLst>
          </p:cNvPr>
          <p:cNvSpPr txBox="1"/>
          <p:nvPr/>
        </p:nvSpPr>
        <p:spPr>
          <a:xfrm>
            <a:off x="1042219" y="2252020"/>
            <a:ext cx="10107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BÁO CÁO TOPIC 4:</a:t>
            </a:r>
          </a:p>
          <a:p>
            <a:pPr algn="ctr"/>
            <a:r>
              <a:rPr lang="en-US" sz="4800"/>
              <a:t>Direct memory access (DMA)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8371-92F3-0592-A807-D0E093E232AC}"/>
              </a:ext>
            </a:extLst>
          </p:cNvPr>
          <p:cNvSpPr txBox="1"/>
          <p:nvPr/>
        </p:nvSpPr>
        <p:spPr>
          <a:xfrm>
            <a:off x="7236542" y="5319251"/>
            <a:ext cx="495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Người thực hiện: Phan Ngọc Quý</a:t>
            </a:r>
          </a:p>
        </p:txBody>
      </p:sp>
    </p:spTree>
    <p:extLst>
      <p:ext uri="{BB962C8B-B14F-4D97-AF65-F5344CB8AC3E}">
        <p14:creationId xmlns:p14="http://schemas.microsoft.com/office/powerpoint/2010/main" val="171011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837AA1-39B7-57BA-11B1-ABE68C44B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979" y="391885"/>
            <a:ext cx="7849157" cy="6256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729DA4-5B3B-EE79-633F-45D970374712}"/>
              </a:ext>
            </a:extLst>
          </p:cNvPr>
          <p:cNvSpPr txBox="1"/>
          <p:nvPr/>
        </p:nvSpPr>
        <p:spPr>
          <a:xfrm>
            <a:off x="211015" y="391885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Tổng quan DMA</a:t>
            </a:r>
          </a:p>
        </p:txBody>
      </p:sp>
    </p:spTree>
    <p:extLst>
      <p:ext uri="{BB962C8B-B14F-4D97-AF65-F5344CB8AC3E}">
        <p14:creationId xmlns:p14="http://schemas.microsoft.com/office/powerpoint/2010/main" val="355737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8247B2-3ECA-83A4-0644-7E02BC132715}"/>
              </a:ext>
            </a:extLst>
          </p:cNvPr>
          <p:cNvSpPr txBox="1"/>
          <p:nvPr/>
        </p:nvSpPr>
        <p:spPr>
          <a:xfrm>
            <a:off x="211015" y="391885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Tổng quan DMA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4826B-96E5-834D-6C95-7CF10A1A1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96" y="161112"/>
            <a:ext cx="7738633" cy="634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7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3E4F91-0DC0-295D-8D52-C80748F0BEBB}"/>
              </a:ext>
            </a:extLst>
          </p:cNvPr>
          <p:cNvSpPr txBox="1"/>
          <p:nvPr/>
        </p:nvSpPr>
        <p:spPr>
          <a:xfrm>
            <a:off x="211015" y="391885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2. Streams &amp; Chanels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70D95-5A63-DA9E-E429-4FFECDAB4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4" y="1163150"/>
            <a:ext cx="10872971" cy="470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9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C386E-74C5-7D96-ABBF-C19A9DB0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75" y="731072"/>
            <a:ext cx="8616649" cy="5709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AF20A5-8BC8-9215-8674-C6FF363FB0F9}"/>
              </a:ext>
            </a:extLst>
          </p:cNvPr>
          <p:cNvSpPr txBox="1"/>
          <p:nvPr/>
        </p:nvSpPr>
        <p:spPr>
          <a:xfrm>
            <a:off x="150725" y="361740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 Mode: P2M</a:t>
            </a:r>
          </a:p>
        </p:txBody>
      </p:sp>
    </p:spTree>
    <p:extLst>
      <p:ext uri="{BB962C8B-B14F-4D97-AF65-F5344CB8AC3E}">
        <p14:creationId xmlns:p14="http://schemas.microsoft.com/office/powerpoint/2010/main" val="336970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806DF-9944-8917-46D1-136ECEEE6827}"/>
              </a:ext>
            </a:extLst>
          </p:cNvPr>
          <p:cNvSpPr txBox="1"/>
          <p:nvPr/>
        </p:nvSpPr>
        <p:spPr>
          <a:xfrm>
            <a:off x="150725" y="361740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 Mode: M2P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918A5-3E6C-86BB-97D3-164EEDAF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411" y="731072"/>
            <a:ext cx="9551178" cy="56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0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3574B-3E3D-3D79-EAE0-0EDDC843C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936" y="876896"/>
            <a:ext cx="9586128" cy="55044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805A94-323E-3909-9748-EF4ECEC4FB95}"/>
              </a:ext>
            </a:extLst>
          </p:cNvPr>
          <p:cNvSpPr txBox="1"/>
          <p:nvPr/>
        </p:nvSpPr>
        <p:spPr>
          <a:xfrm>
            <a:off x="150725" y="361740"/>
            <a:ext cx="287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 Mode: M2M</a:t>
            </a:r>
          </a:p>
        </p:txBody>
      </p:sp>
    </p:spTree>
    <p:extLst>
      <p:ext uri="{BB962C8B-B14F-4D97-AF65-F5344CB8AC3E}">
        <p14:creationId xmlns:p14="http://schemas.microsoft.com/office/powerpoint/2010/main" val="281356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6206D-A14B-3BA9-23A1-EF411D76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469" y="914399"/>
            <a:ext cx="6252531" cy="5479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F97B86-4BBA-7814-4A80-F56363AEF4AF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4. Biểu diễn dữ liệu: DataType</a:t>
            </a:r>
          </a:p>
        </p:txBody>
      </p:sp>
    </p:spTree>
    <p:extLst>
      <p:ext uri="{BB962C8B-B14F-4D97-AF65-F5344CB8AC3E}">
        <p14:creationId xmlns:p14="http://schemas.microsoft.com/office/powerpoint/2010/main" val="1270060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84D9CC-7B13-2474-3A1D-75FBDF543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93" y="1077057"/>
            <a:ext cx="8900614" cy="50399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B2FB33-996F-B526-BA2D-B46FE23B2958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4. Biểu diễn dữ liệu: Rule</a:t>
            </a:r>
          </a:p>
        </p:txBody>
      </p:sp>
    </p:spTree>
    <p:extLst>
      <p:ext uri="{BB962C8B-B14F-4D97-AF65-F5344CB8AC3E}">
        <p14:creationId xmlns:p14="http://schemas.microsoft.com/office/powerpoint/2010/main" val="223250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DDFD7D-CB68-2E6C-AAC4-6A05B511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97" y="1526952"/>
            <a:ext cx="9957605" cy="44215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1B1C6B-118E-858F-3B76-358479DC9E4F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5. Tổng kết</a:t>
            </a:r>
          </a:p>
        </p:txBody>
      </p:sp>
    </p:spTree>
    <p:extLst>
      <p:ext uri="{BB962C8B-B14F-4D97-AF65-F5344CB8AC3E}">
        <p14:creationId xmlns:p14="http://schemas.microsoft.com/office/powerpoint/2010/main" val="5192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547B8-D8EA-035D-4EC9-5360B768D2CA}"/>
              </a:ext>
            </a:extLst>
          </p:cNvPr>
          <p:cNvSpPr txBox="1"/>
          <p:nvPr/>
        </p:nvSpPr>
        <p:spPr>
          <a:xfrm>
            <a:off x="150725" y="361740"/>
            <a:ext cx="8561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Verification: Thực hiện DMA memory – to – peripheral (memory – to – DAC)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E08A6F-64ED-F3BB-95B7-965BB473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5" y="1851464"/>
            <a:ext cx="11769163" cy="46447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E56ED0-1203-D39F-FA53-89BD8F85E9DC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Trước khi khởi tạo DMA</a:t>
            </a:r>
          </a:p>
        </p:txBody>
      </p:sp>
    </p:spTree>
    <p:extLst>
      <p:ext uri="{BB962C8B-B14F-4D97-AF65-F5344CB8AC3E}">
        <p14:creationId xmlns:p14="http://schemas.microsoft.com/office/powerpoint/2010/main" val="277894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3705-9025-56BB-18A0-18DB9000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88748-788C-3D0F-875B-06A17BE23774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528E4-D25D-57BD-2AC5-FBF60DF35669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Trước khi khởi tạo DMA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AA23A-1A09-6529-039D-90A70027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8" y="1449322"/>
            <a:ext cx="11570508" cy="491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3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140D2-6618-D741-1807-BA9CD94B8D32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D0418-51C4-66B8-579A-BA64501A0267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Sau khi khởi tạo DMA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F62B83-1383-A99D-FA8B-3FBF67FE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" y="1745956"/>
            <a:ext cx="11331632" cy="411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8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A04C1-4EE0-F332-34AD-53D5D46D7810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1142B-9EB0-0634-487A-D359AE38D44E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Sau khi khởi tạo ngoại vi (DAC)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12C2C-15B3-763A-ADB8-736F599E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02" y="1856488"/>
            <a:ext cx="1141171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03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52D15-5925-D988-608B-38E1811F28F6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439C6-CC7F-2AFA-07A8-E829237B8688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Sau khi cấu hình DMA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2B698B-FEE7-204A-C156-EDD34C53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5" y="1768510"/>
            <a:ext cx="11618723" cy="44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78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8B4106-73BC-2BEB-00FC-704B59D6E6D9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C43B5-1C2D-53BC-4F63-3F3498825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9" y="2155371"/>
            <a:ext cx="11267532" cy="43408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5E783-7198-4408-0C86-278DA5ED55D2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Sau khi truyền thành công dữ liệu bằng DMA</a:t>
            </a:r>
          </a:p>
        </p:txBody>
      </p:sp>
    </p:spTree>
    <p:extLst>
      <p:ext uri="{BB962C8B-B14F-4D97-AF65-F5344CB8AC3E}">
        <p14:creationId xmlns:p14="http://schemas.microsoft.com/office/powerpoint/2010/main" val="3107255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EBEA-A2A1-7984-2569-536BCC50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3B189-68FA-1C70-E9A6-88C2CB3E81B2}"/>
              </a:ext>
            </a:extLst>
          </p:cNvPr>
          <p:cNvSpPr txBox="1"/>
          <p:nvPr/>
        </p:nvSpPr>
        <p:spPr>
          <a:xfrm>
            <a:off x="150725" y="361740"/>
            <a:ext cx="392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6.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ABCA1-B7BD-EF07-883D-C2D6BA87788B}"/>
              </a:ext>
            </a:extLst>
          </p:cNvPr>
          <p:cNvSpPr txBox="1"/>
          <p:nvPr/>
        </p:nvSpPr>
        <p:spPr>
          <a:xfrm>
            <a:off x="371789" y="924448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Sau khi truyền thành công dữ liệu bằng DMA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BB6C4-0789-7AF6-6494-B0D541F6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37" y="2361362"/>
            <a:ext cx="11100852" cy="421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167</Words>
  <Application>Microsoft Office PowerPoint</Application>
  <PresentationFormat>Widescreen</PresentationFormat>
  <Paragraphs>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Ngọc Quý</dc:creator>
  <cp:lastModifiedBy>Phan Ngọc Quý</cp:lastModifiedBy>
  <cp:revision>4</cp:revision>
  <dcterms:created xsi:type="dcterms:W3CDTF">2026-01-30T01:45:15Z</dcterms:created>
  <dcterms:modified xsi:type="dcterms:W3CDTF">2026-01-30T07:50:47Z</dcterms:modified>
</cp:coreProperties>
</file>