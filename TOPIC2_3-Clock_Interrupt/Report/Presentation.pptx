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EACA4-1A90-46F2-8D74-41BE792A000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81CF7-C87F-43E8-A4E1-49497C0B9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81CF7-C87F-43E8-A4E1-49497C0B91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16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B0CBE-0CC1-C84D-F4AF-FA4E586BB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F216A-7102-DC90-D9A6-23E551B40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372BD-742E-1766-A9C1-9FC8BF614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3B64-21CC-45DE-9B1B-58D465AB251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D57B6-6A83-B552-C1A9-849CFF82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2CA13-B5B6-CCEE-3567-194F54B7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532A3-C085-4A99-83C9-3BF2DA81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2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F8F2-C742-C00A-3893-93D56DA6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C922E-2A0F-54EA-9CEF-7886BD09A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D08C-189E-3358-90DA-E822555E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3B64-21CC-45DE-9B1B-58D465AB251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AE30A-0171-BD81-6FD0-8C4AD607D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5C31A-5C45-9FF9-B6D7-B8011E28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532A3-C085-4A99-83C9-3BF2DA81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71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5C0D-12E3-99FC-7FC4-4A1F0467F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13820-CBD0-2DC8-9ED7-1E7D1225D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EDE69-558F-07B9-E629-4E8C6A063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3B64-21CC-45DE-9B1B-58D465AB251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C35D0-3CC9-04B9-FA43-A5BC5DECC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128CF-2661-B273-C5BD-ED1AE286C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532A3-C085-4A99-83C9-3BF2DA81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10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38CB-AFAE-88BF-9778-44337CD30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3C0AE-B0D2-6E46-6E6A-B5C22EEFC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634F3-F736-E024-CC2A-5256C846C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7A096-521E-752B-C455-233D485B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3B64-21CC-45DE-9B1B-58D465AB251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D309C-95AB-07E7-63CF-54FA727FF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77614-3177-2980-6CAC-7A167B15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532A3-C085-4A99-83C9-3BF2DA81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35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0334B-CD33-3DE0-8424-2404D9657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935B7-D474-CBF3-FCD1-61250AC46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2FBC0-DF1B-F0E9-E76F-6C57F0A77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3890E-B70B-B4FC-DB94-28DABA124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65F56-496E-FAC2-3FC3-038494FBB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14679F-EF15-5A38-C0C1-A89B4E0ED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3B64-21CC-45DE-9B1B-58D465AB251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BD736-EF6A-FEAA-C3B2-7C3C90340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7EABB5-8FC8-25D1-AFCC-BF8145BC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532A3-C085-4A99-83C9-3BF2DA81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5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E1EFD-ADA5-931F-5C93-BA152012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56580B-E9D8-E67E-05B4-FEBBBFBBD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3B64-21CC-45DE-9B1B-58D465AB251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C0F4E-5001-DBF2-D48F-69361F19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164EC-2C12-8AC2-4B5F-6CE799959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532A3-C085-4A99-83C9-3BF2DA81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63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5A342-3492-D56B-4A25-E66132944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3B64-21CC-45DE-9B1B-58D465AB251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F2238C-860E-3473-C13D-C916CA33B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66010-3F98-8A9C-B24B-3C1C22F0B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532A3-C085-4A99-83C9-3BF2DA81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86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6FD9-9E0C-2F70-375F-17131F542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93C35-9DE6-CE4F-7047-C8CF1697A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E11A0-1CBD-EEE0-24A0-4B3A7A965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60C2C-CFEA-0104-2619-630A98A2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3B64-21CC-45DE-9B1B-58D465AB251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D1A2-95F8-2354-943C-97901677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BB96A-6B19-0FCB-5C37-B089C8E11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532A3-C085-4A99-83C9-3BF2DA81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25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1223-9E18-1D3E-8ED1-A9541332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C9A2C-B3FA-A383-A016-7123554AD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F3B0E-9BC8-B709-528E-4467372C8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5C88A-FDF2-4599-FBE7-224672190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3B64-21CC-45DE-9B1B-58D465AB251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12F5C-E1B1-6CB0-345C-9982F5599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7691F-43B4-0999-1947-88A35D8A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532A3-C085-4A99-83C9-3BF2DA81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37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238E-2ED4-711B-5AFE-ADDB0B415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9E468-0FAF-C53F-C66D-3E5C876F1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0B013-7F1B-81B9-D2B8-280EBFCD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3B64-21CC-45DE-9B1B-58D465AB251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A2C39-5BA0-147A-947A-2BB6EF9A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51620-88E5-37E4-603B-254526CA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532A3-C085-4A99-83C9-3BF2DA81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9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7B718E-614C-1FD5-D85D-F31A3BAA4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6DA78-EE18-E299-56D5-19EC3AC80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42920-FA6D-EF67-05F4-D2DD94B5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3B64-21CC-45DE-9B1B-58D465AB251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722A0-DC39-4CDA-7DB2-94B336D2B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A5663-0746-2F05-19F9-94B8648E4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532A3-C085-4A99-83C9-3BF2DA81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09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2ADB57-B744-0118-43FC-7DEABA22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5F5E6-49B8-46CF-659F-C1E2678E7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0021D-32B9-F1EE-1B02-7202BE037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333B64-21CC-45DE-9B1B-58D465AB251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C44CF-F2F2-75EF-012D-7A14EABB6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4F837-E95A-EC56-DB03-B87D3F0B0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532A3-C085-4A99-83C9-3BF2DA81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74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93A2A2-92BD-7221-D173-86A1435FCA34}"/>
              </a:ext>
            </a:extLst>
          </p:cNvPr>
          <p:cNvSpPr txBox="1"/>
          <p:nvPr/>
        </p:nvSpPr>
        <p:spPr>
          <a:xfrm>
            <a:off x="1052052" y="452284"/>
            <a:ext cx="9960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err="1"/>
              <a:t>Đà</a:t>
            </a:r>
            <a:r>
              <a:rPr lang="en-US" sz="2800"/>
              <a:t> </a:t>
            </a:r>
            <a:r>
              <a:rPr lang="en-US" sz="2800" err="1"/>
              <a:t>Nẵng</a:t>
            </a:r>
            <a:r>
              <a:rPr lang="en-US" sz="2800"/>
              <a:t> </a:t>
            </a:r>
            <a:r>
              <a:rPr lang="en-US" sz="2800" err="1"/>
              <a:t>ngày</a:t>
            </a:r>
            <a:r>
              <a:rPr lang="en-US" sz="2800"/>
              <a:t> 15 </a:t>
            </a:r>
            <a:r>
              <a:rPr lang="en-US" sz="2800" err="1"/>
              <a:t>tháng</a:t>
            </a:r>
            <a:r>
              <a:rPr lang="en-US" sz="2800"/>
              <a:t> 01 </a:t>
            </a:r>
            <a:r>
              <a:rPr lang="en-US" sz="2800" err="1"/>
              <a:t>năm</a:t>
            </a:r>
            <a:r>
              <a:rPr lang="en-US" sz="2800"/>
              <a:t> 2016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CA050-D7BD-8012-21D1-6FD69FBF67D6}"/>
              </a:ext>
            </a:extLst>
          </p:cNvPr>
          <p:cNvSpPr txBox="1"/>
          <p:nvPr/>
        </p:nvSpPr>
        <p:spPr>
          <a:xfrm>
            <a:off x="1042219" y="2252020"/>
            <a:ext cx="10107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BÁO CÁO TOPIC 2&amp;3:</a:t>
            </a:r>
          </a:p>
          <a:p>
            <a:pPr algn="ctr"/>
            <a:r>
              <a:rPr lang="en-US" sz="4800"/>
              <a:t>CLOCK &amp; INTERRUPTS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C8371-92F3-0592-A807-D0E093E232AC}"/>
              </a:ext>
            </a:extLst>
          </p:cNvPr>
          <p:cNvSpPr txBox="1"/>
          <p:nvPr/>
        </p:nvSpPr>
        <p:spPr>
          <a:xfrm>
            <a:off x="7236542" y="5319251"/>
            <a:ext cx="495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Người thực hiện: Phan Ngọc Quý</a:t>
            </a:r>
          </a:p>
        </p:txBody>
      </p:sp>
    </p:spTree>
    <p:extLst>
      <p:ext uri="{BB962C8B-B14F-4D97-AF65-F5344CB8AC3E}">
        <p14:creationId xmlns:p14="http://schemas.microsoft.com/office/powerpoint/2010/main" val="171011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2ADA44-EEF9-CF2A-847B-CD0AD2CE4F2C}"/>
              </a:ext>
            </a:extLst>
          </p:cNvPr>
          <p:cNvSpPr txBox="1"/>
          <p:nvPr/>
        </p:nvSpPr>
        <p:spPr>
          <a:xfrm>
            <a:off x="511277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1. Clock, clock tree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017313-7AA8-FB51-FAB5-A5D140EAB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28" y="1125163"/>
            <a:ext cx="11997744" cy="544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514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60B4E5-BCDE-287C-A198-58C7CCC32634}"/>
              </a:ext>
            </a:extLst>
          </p:cNvPr>
          <p:cNvSpPr txBox="1"/>
          <p:nvPr/>
        </p:nvSpPr>
        <p:spPr>
          <a:xfrm>
            <a:off x="511277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2. Interrupt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519AAD-A3B1-2E1A-A751-C23F334B8D8E}"/>
              </a:ext>
            </a:extLst>
          </p:cNvPr>
          <p:cNvSpPr/>
          <p:nvPr/>
        </p:nvSpPr>
        <p:spPr>
          <a:xfrm>
            <a:off x="776748" y="1317522"/>
            <a:ext cx="2792362" cy="1641987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EXTI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4DF309-AB98-DBF9-B4DD-03A50D9EAC15}"/>
              </a:ext>
            </a:extLst>
          </p:cNvPr>
          <p:cNvSpPr/>
          <p:nvPr/>
        </p:nvSpPr>
        <p:spPr>
          <a:xfrm>
            <a:off x="4692445" y="2959509"/>
            <a:ext cx="2807110" cy="1641987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NVIC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4ABA68-3D0D-F906-42B2-44D2282C18CF}"/>
              </a:ext>
            </a:extLst>
          </p:cNvPr>
          <p:cNvSpPr/>
          <p:nvPr/>
        </p:nvSpPr>
        <p:spPr>
          <a:xfrm>
            <a:off x="8721213" y="4601496"/>
            <a:ext cx="2807110" cy="1641987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CPU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67E61BD-E20C-BE80-379B-B38AB14A859B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3569110" y="2138516"/>
            <a:ext cx="2526890" cy="820993"/>
          </a:xfrm>
          <a:prstGeom prst="bent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2C0850C-93DB-6657-AABC-A76F00D91C2C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7499555" y="3780503"/>
            <a:ext cx="2625213" cy="820993"/>
          </a:xfrm>
          <a:prstGeom prst="bent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8938E07-1BC6-1D69-1931-C3D9207FF74D}"/>
              </a:ext>
            </a:extLst>
          </p:cNvPr>
          <p:cNvCxnSpPr>
            <a:cxnSpLocks/>
            <a:stCxn id="6" idx="1"/>
            <a:endCxn id="5" idx="2"/>
          </p:cNvCxnSpPr>
          <p:nvPr/>
        </p:nvCxnSpPr>
        <p:spPr>
          <a:xfrm rot="10800000">
            <a:off x="6096001" y="4601496"/>
            <a:ext cx="2625213" cy="820994"/>
          </a:xfrm>
          <a:prstGeom prst="bent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428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D23FFC-ACB3-F559-3F54-11E867EF6573}"/>
              </a:ext>
            </a:extLst>
          </p:cNvPr>
          <p:cNvSpPr txBox="1"/>
          <p:nvPr/>
        </p:nvSpPr>
        <p:spPr>
          <a:xfrm>
            <a:off x="511277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3. EXTI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93891C-23DF-D7EE-8872-8D7F876C7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7" y="1348209"/>
            <a:ext cx="6530838" cy="5058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8A7A51-8E0B-FCC3-5455-45DDEFD26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659" y="1348209"/>
            <a:ext cx="5113463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381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2F612F-7F72-DF6B-559F-EDA041D9905F}"/>
              </a:ext>
            </a:extLst>
          </p:cNvPr>
          <p:cNvSpPr txBox="1"/>
          <p:nvPr/>
        </p:nvSpPr>
        <p:spPr>
          <a:xfrm>
            <a:off x="511277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4. NVIC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D2BE24-897A-8432-0BC7-443B6ABFC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64" y="854955"/>
            <a:ext cx="9409471" cy="563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70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A9E8F4-FE3B-6AAF-4817-5A060287D4AF}"/>
              </a:ext>
            </a:extLst>
          </p:cNvPr>
          <p:cNvSpPr txBox="1"/>
          <p:nvPr/>
        </p:nvSpPr>
        <p:spPr>
          <a:xfrm>
            <a:off x="511277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5. CPU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D534C2-0769-3E7E-63FE-C341AA75B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7" y="1312933"/>
            <a:ext cx="5883150" cy="9678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7F34C4-5CFD-1044-72B1-BEA170108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77" y="2194399"/>
            <a:ext cx="5806943" cy="8763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316EC7-7584-7644-309F-4053D2A9F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77" y="3162223"/>
            <a:ext cx="5753599" cy="7620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720F75-7E67-A4CB-1780-A8CCDE1E2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605" y="4399250"/>
            <a:ext cx="6248942" cy="16384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E8D390-1360-C859-C944-BAED0E74D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5280" y="176981"/>
            <a:ext cx="3993804" cy="27656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21D19B-7157-0E03-AF99-C27828A76B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768" y="2942583"/>
            <a:ext cx="4206338" cy="379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50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E87717-B5F0-0BBC-5C58-68CB594F969A}"/>
              </a:ext>
            </a:extLst>
          </p:cNvPr>
          <p:cNvSpPr txBox="1"/>
          <p:nvPr/>
        </p:nvSpPr>
        <p:spPr>
          <a:xfrm>
            <a:off x="511277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6. Verification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BDE5A3-F977-D287-1C87-D41C603BD9C5}"/>
              </a:ext>
            </a:extLst>
          </p:cNvPr>
          <p:cNvSpPr/>
          <p:nvPr/>
        </p:nvSpPr>
        <p:spPr>
          <a:xfrm>
            <a:off x="511277" y="1681317"/>
            <a:ext cx="1966452" cy="11307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Chọn ngắt Rising tại PA0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F992E2-ED35-5AC0-93AE-6D0A47F6F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344" y="319156"/>
            <a:ext cx="5875529" cy="3368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D2D25F-D6C5-79B9-8E08-31181F815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679" y="3844860"/>
            <a:ext cx="5959356" cy="10364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1EFCEB-99B1-CF51-79BE-6652C369B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344" y="5038642"/>
            <a:ext cx="5951736" cy="12269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4EFBF9-9AAE-590F-BFAC-0BA5D853B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73" y="4181634"/>
            <a:ext cx="3254022" cy="5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0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C6D574-4412-3B06-FC26-36A53F1C1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42501"/>
            <a:ext cx="5883150" cy="8535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0A08DC-B9C1-0450-0646-C522571C0109}"/>
              </a:ext>
            </a:extLst>
          </p:cNvPr>
          <p:cNvSpPr txBox="1"/>
          <p:nvPr/>
        </p:nvSpPr>
        <p:spPr>
          <a:xfrm>
            <a:off x="511277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6. Verification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DF3321-6894-2E89-181B-446D74E68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9993"/>
            <a:ext cx="6020322" cy="838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5FBEC0-87D0-BC1F-4774-B0887D656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80" y="2915111"/>
            <a:ext cx="6027942" cy="6934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545552-D089-EFBF-CA31-F974106FB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2673" y="4134065"/>
            <a:ext cx="5959356" cy="7392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1DF530-3200-1982-DFAF-A292299AE3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811" y="5051473"/>
            <a:ext cx="5982218" cy="1234547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CEE98F-7444-BEEC-34A4-D39CE23A6317}"/>
              </a:ext>
            </a:extLst>
          </p:cNvPr>
          <p:cNvSpPr/>
          <p:nvPr/>
        </p:nvSpPr>
        <p:spPr>
          <a:xfrm>
            <a:off x="609600" y="1167278"/>
            <a:ext cx="2349910" cy="143550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Khi ngắt xảy ra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761A6C-C94C-F1E7-A4BA-9E057028FD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917492"/>
            <a:ext cx="5037257" cy="142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864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60</Words>
  <Application>Microsoft Office PowerPoint</Application>
  <PresentationFormat>Widescreen</PresentationFormat>
  <Paragraphs>17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 Ngọc Quý</dc:creator>
  <cp:lastModifiedBy>Phan Ngọc Quý</cp:lastModifiedBy>
  <cp:revision>5</cp:revision>
  <dcterms:created xsi:type="dcterms:W3CDTF">2026-01-25T21:41:56Z</dcterms:created>
  <dcterms:modified xsi:type="dcterms:W3CDTF">2026-01-26T07:30:22Z</dcterms:modified>
</cp:coreProperties>
</file>